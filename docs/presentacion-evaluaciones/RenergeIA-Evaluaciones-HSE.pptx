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Montserrat" pitchFamily="2" charset="0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0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Esta es la guía de la plataforma web de Evaluaciones e Inducciones HSE, para que los equipos de HSE y RRHH la usen de principio 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estos son los temas que cubre la guía. Cada uno tiene su diapositiva con pantallas reales y el paso 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ingresar: la plataforma es de acceso restringido. Cada área tiene su usuario. Al ingresar se abre el panel de administración.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panel tiene seis pestañas. La barra superior siempre está visible. La pestaña activa se ve resaltada.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Evaluaciones se ve la lista. Con '+ Nueva evaluación' se crea una y se abre el editor. El estado Activa/Inactiva controla si es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editor: se escriben preguntas y opciones. El círculo verde marca la respuesta correcta. Al guardar, la plataforma califica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evaluación tiene su enlace (columna Links → Copiar link). El botón 'Copiar link de asistencia' da el enlace general de asistencia. Se comparten por WhatsApp, correo o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muestra las tarjetas (aprobados/reprobados/tasa) y la tabla con el estado por persona. Los aprobados tienen botón de certificado.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botón Ver abre el detalle de cada intento: respuestas correctas e incorrectas, retroalimentación y firma. Para corregir la prueba se edita en la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Asistencia lista los registros con su firma. Se puede filtrar por capacitación y exportar a Excel la que se necesite.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cruza la planta con las capacitaciones: verde asistió, rojo faltó, y una columna con el % de asistencia por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filtros permiten buscar por texto o acotar por área, cargo, proyecto y trabajo. Los botones de cada capacitación filtran quién asistió o faltó.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resume el área: tarjetas y gráficas por capacitación y departamento. Se actualiza solo con lo registrado.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Exportar: cada sección descarga a Excel (Resultados en CSV, Asistencia y Personal en Excel). El dashboard es visual; sus datos salen de esas tres exportaciones.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Usuarios (solo admin) define roles: administrador ve todo; los usuarios de área (HSE, RRHH) ven solo lo suyo. Las contraseñas se cambian aquí o en Mi cuenta.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prácticas para que la información quede confiable y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resumen del flujo — entrar, crear y compartir, medir y reportar. Soporte con el área de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9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isa Becerra\Downloads\RenergeIA\docs\presentacion-evaluaciones\prep\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237744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03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51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Renergeia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74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Guía de uso de la plataforma de Evaluaciones HSE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Dirigido a los equipos de HSE y Recursos Humanos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43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Septiembre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1051560"/>
            <a:ext cx="5486400" cy="3611880"/>
          </a:xfrm>
          <a:prstGeom prst="roundRect">
            <a:avLst>
              <a:gd name="adj" fmla="val 3038"/>
            </a:avLst>
          </a:prstGeom>
          <a:solidFill>
            <a:srgbClr val="111921"/>
          </a:solidFill>
          <a:ln w="12700">
            <a:solidFill>
              <a:srgbClr val="2B4A75"/>
            </a:solidFill>
            <a:prstDash val="solid"/>
          </a:ln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1" descr="C:\Users\Luisa Becerra\Downloads\RenergeIA\docs\presentacion-evaluaciones\prep\13_dashboard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56832" y="1207008"/>
            <a:ext cx="5157216" cy="32918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922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restringido para HSE y Recursos Humanos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Qué vas a aprender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lo que necesitas para manejar la plataforma de principio a fin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828800"/>
            <a:ext cx="548640" cy="5486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965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16002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Ingresar a la plataforma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91840" y="14173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47872" y="1828800"/>
            <a:ext cx="548640" cy="5486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965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51960" y="16002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Crear una evaluación o inducción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14173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82512" y="1828800"/>
            <a:ext cx="548640" cy="5486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965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86600" y="16002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Compartir los enlaces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961120" y="1417320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217152" y="1828800"/>
            <a:ext cx="548640" cy="5486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19659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21240" y="16002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 aprobados y reprobados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57200" y="299008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13232" y="3401568"/>
            <a:ext cx="548640" cy="5486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353872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3172968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y corregir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291840" y="299008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547872" y="3401568"/>
            <a:ext cx="548640" cy="5486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5032" y="353872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251960" y="3172968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Registrar y ver asistencia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126480" y="299008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382512" y="3401568"/>
            <a:ext cx="548640" cy="5486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3538728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86600" y="3172968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de asistencia por persona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8961120" y="2990088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9217152" y="3401568"/>
            <a:ext cx="548640" cy="5486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4312" y="3538728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921240" y="3172968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Buscar y filtrar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457200" y="4562856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713232" y="4974336"/>
            <a:ext cx="548640" cy="5486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" y="5111496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417320" y="4745736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 el dashboard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3291840" y="4562856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3547872" y="4974336"/>
            <a:ext cx="548640" cy="5486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5032" y="5111496"/>
            <a:ext cx="274320" cy="27432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251960" y="4745736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Exportar la información</a:t>
            </a:r>
            <a:endParaRPr lang="en-US" sz="1150" dirty="0"/>
          </a:p>
        </p:txBody>
      </p:sp>
      <p:sp>
        <p:nvSpPr>
          <p:cNvPr id="48" name="Shape 35"/>
          <p:cNvSpPr/>
          <p:nvPr/>
        </p:nvSpPr>
        <p:spPr>
          <a:xfrm>
            <a:off x="6126480" y="4562856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6382512" y="4974336"/>
            <a:ext cx="548640" cy="5486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9672" y="5111496"/>
            <a:ext cx="274320" cy="27432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7086600" y="4745736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y roles</a:t>
            </a:r>
            <a:endParaRPr lang="en-US" sz="1150" dirty="0"/>
          </a:p>
        </p:txBody>
      </p:sp>
      <p:sp>
        <p:nvSpPr>
          <p:cNvPr id="52" name="Shape 38"/>
          <p:cNvSpPr/>
          <p:nvPr/>
        </p:nvSpPr>
        <p:spPr>
          <a:xfrm>
            <a:off x="8961120" y="4562856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9217152" y="4974336"/>
            <a:ext cx="548640" cy="5486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54312" y="5111496"/>
            <a:ext cx="274320" cy="274320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9921240" y="4745736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Buenas prácticas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ingresar a la plataforma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restringido con usuario y contraseña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1_login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Abre el enlace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 a la dirección de la plataforma que comparte el área de Calidad.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Escribe tus datos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 y contraseña asignados a tu área (HSE o Recursos Humanos).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Presiona Ingresar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Entras al panel. Si no tienes acceso, solicítalo a Calidad.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panel por dentro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pestañas para todo el proceso de capacitación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3_resultado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Barra de pestañas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Resultados, Evaluaciones, Dashboard, Asistencia, Personal y Usuarios.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Siempre a la vista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Cambias de sección con un clic; la pestaña activa se resalta en verde.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Tarjetas de resumen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sección abre con indicadores rápidos arriba y la tabla debajo.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Crear una evaluación o inducción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Desde la pestaña Evaluaciones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4_evaluacione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Nueva evaluación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una capacitación nueva y abre su editor.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Editar o eliminar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Desde la lista puedes volver a editar cualquiera cuando quieras.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Activa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las evaluaciones activas son visibles para los participantes.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Escribe las preguntas y marca la correcta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editor de la evaluación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6_pregunt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Escribe el enunciado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Agrega tantas preguntas y opciones como necesites.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 la correcta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círculo verde a la izquierda define la respuesta correcta.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Guardar cambios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calificación se hará sola con base en las respuestas correctas.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Compartir los enlaces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enlace para la evaluación y otro para la asistencia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4b_link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Copiar link (evaluación)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la columna Links, copia el enlace de esa evaluación.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Copiar link de asistencia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Botón arriba: enlace para registrar la asistencia.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Pégalo donde quieras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WhatsApp, correo o un QR: la persona entra desde su celular.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 aprobados y reprobados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pestaña Resultados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3_resultado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Tarjetas de resumen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Presentadas, aprobados, reprobados y tasa de aprobación.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Columna Estado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persona aparece como Aprobado (verde) o Reprobado (rojo).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 y certificado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Ves la nota; si aprobó, puedes abrir su certificado.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el detalle y corregir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Botón Ver en cada registro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9_detall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 respuestas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Muestra qué respondió y cuál era la correcta, pregunta por pregunta.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Retroalimentación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Incluye la valoración del capacitador y la firma del participante.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Corregir la evaluación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una pregunta quedó mal, se ajusta en Editar → Guardar.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Registrar y ver asistencia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pestaña Asistencia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7_asistenci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Registros por persona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Fecha, datos, capacitación y firma de cada asistente.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Filtra por capacitación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Elige la capacitación o busca por nombre o cédula.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Exportar a Excel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Descarga la asistencia de la capacitación seleccionada.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de asistencia por persona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pestaña Personal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8b_matriz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Planta de personal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la gente, con área, cargo y proyecto en una sola tabla.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 / ✗ por capacitación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columna por evaluación: verde asistió, rojo faltó.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de asistencia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porcentaje se recalcula según las evaluaciones mostradas.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Buscar y filtrar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Encuentra a una persona o un grupo en segundos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08_personal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Buscador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Escribe nombre, cédula o cargo para encontrar a alguien.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Filtros por columna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Área, cargo, proyecto y tipo de trabajo.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Mostrar evaluaciones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Enciende o apaga capacitaciones para ver solo esas.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de capacitación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resumen visual del área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13_dashboard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Indicadores clave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 capacitadas, horas, aprobados y registros de asistencia.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Gráficas de barras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capacitación y por departamento, de un vistazo.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Siempre actualizado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arma solo con las evaluaciones y asistencias registradas.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Exportar la información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sección tiene su botón para descargar a Excel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28800" y="1828800"/>
            <a:ext cx="914400" cy="91440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057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Botón Exportar a Excel (CSV): aprobados, reprobados y notas, con los filtros que tengas puestos.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61104" y="14630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32704" y="1828800"/>
            <a:ext cx="914400" cy="91440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20574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61104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Asistencia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35424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Botón Exportar Excel: la asistencia de la capacitación seleccionada, lista para tu informe.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65008" y="14630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36608" y="1828800"/>
            <a:ext cx="914400" cy="91440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20574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65008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339328" y="3383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Botón Exportar a Excel: la matriz de personas con su asistencia y el % por capacitación.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" y="4937760"/>
            <a:ext cx="11274552" cy="96012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38928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7320" y="49377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Dashboard es visual: </a:t>
            </a:r>
            <a:r>
              <a:rPr lang="en-US" sz="110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llevar sus cifras a un informe, exporta desde Resultados, Asistencia o Personal y arma tus tablas y gráficas en Excel.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y roles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Quién ve qué (solo el administrador)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0624" y="1261872"/>
            <a:ext cx="6611112" cy="4928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C:\Users\Luisa Becerra\Downloads\RenergeIA\docs\presentacion-evaluaciones\prep\10_usuario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298448"/>
            <a:ext cx="6537960" cy="4855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69480" y="1755648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52360" y="2157984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5236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927848" y="186537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Administrador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 y gestiona todas las áreas y crea usuarios.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69480" y="315468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2360" y="3557016"/>
            <a:ext cx="347472" cy="347472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5236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927848" y="32644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Área HSE / RRHH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área ve solo sus evaluaciones, asistencias y personal.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269480" y="4553712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52360" y="4956048"/>
            <a:ext cx="347472" cy="347472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52360" y="4956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7927848" y="4663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Contraseñas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cambian en Usuarios (admin) o en Mi cuenta (cada quien).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Buenas prácticas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que la información sea confiable y fácil de auditar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881360" y="36576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ABF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365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17</a:t>
            </a:r>
            <a:endParaRPr lang="en-US" sz="800" dirty="0"/>
          </a:p>
        </p:txBody>
      </p:sp>
      <p:pic>
        <p:nvPicPr>
          <p:cNvPr id="6" name="Image 0" descr="C:\Users\Luisa Becerra\Downloads\RenergeIA\docs\presentacion-evaluaciones\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72784"/>
            <a:ext cx="1033272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0" y="63276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Capacitaciones e Inducciones de Renergeia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057400"/>
            <a:ext cx="777240" cy="7772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249424"/>
            <a:ext cx="393192" cy="393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164592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título claro por capacitación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nombres reconocibles; el tema aparece en el certificado.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9632" y="141732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19672" y="2057400"/>
            <a:ext cx="777240" cy="7772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2249424"/>
            <a:ext cx="393192" cy="3931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71232" y="164592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Comparte los dos enlaces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de asistencia al iniciar y el de evaluación al terminar.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70332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343400"/>
            <a:ext cx="777240" cy="777240"/>
          </a:xfrm>
          <a:prstGeom prst="ellipse">
            <a:avLst/>
          </a:prstGeom>
          <a:solidFill>
            <a:srgbClr val="183963"/>
          </a:solidFill>
          <a:ln w="12700">
            <a:solidFill>
              <a:srgbClr val="183963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535424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28800" y="393192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Mantén la planta al día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 o agrega al personal para que la matriz cruce bien.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199632" y="3703320"/>
            <a:ext cx="55321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19672" y="4343400"/>
            <a:ext cx="777240" cy="77724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4535424"/>
            <a:ext cx="393192" cy="39319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571232" y="393192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839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 y respalda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Descarga los resultados y la asistencia para tus informes.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39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uisa Becerra\Downloads\RenergeIA\docs\presentacion-evaluaciones\prep\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920240" cy="8503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capacitar con la plataforma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27889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0E2340"/>
          </a:solidFill>
          <a:ln w="12700">
            <a:solidFill>
              <a:srgbClr val="2B4A7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" y="3063240"/>
            <a:ext cx="640080" cy="64008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21868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 con tu usuario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D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área (HSE y RRHH) tiene su acceso a la plataforma.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343400" y="27889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0E2340"/>
          </a:solidFill>
          <a:ln w="12700">
            <a:solidFill>
              <a:srgbClr val="2B4A7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617720" y="3063240"/>
            <a:ext cx="640080" cy="64008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321868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1772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y comparte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D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 la evaluación o inducción y comparte sus enlaces.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046720" y="2788920"/>
            <a:ext cx="3520440" cy="2377440"/>
          </a:xfrm>
          <a:prstGeom prst="roundRect">
            <a:avLst>
              <a:gd name="adj" fmla="val 5385"/>
            </a:avLst>
          </a:prstGeom>
          <a:solidFill>
            <a:srgbClr val="0E2340"/>
          </a:solidFill>
          <a:ln w="12700">
            <a:solidFill>
              <a:srgbClr val="2B4A7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321040" y="3063240"/>
            <a:ext cx="640080" cy="640080"/>
          </a:xfrm>
          <a:prstGeom prst="ellipse">
            <a:avLst/>
          </a:prstGeom>
          <a:solidFill>
            <a:srgbClr val="6ABF4B"/>
          </a:solidFill>
          <a:ln w="12700">
            <a:solidFill>
              <a:srgbClr val="6ABF4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21868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Mide y reporta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D9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 resultados y asistencia, y expórtalos a Excel.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5532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BF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¿Dudas? Escríbele al área de Calidad de Renergeia.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1567</Words>
  <Application>Microsoft Office PowerPoint</Application>
  <PresentationFormat>Panorámica</PresentationFormat>
  <Paragraphs>243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Montserrat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Capacitaciones e Inducciones de Renergeia — Plataforma de Evaluaciones HSE</dc:title>
  <dc:subject>PptxGenJS Presentation</dc:subject>
  <dc:creator>Renergeia</dc:creator>
  <cp:lastModifiedBy>Luisa Becerra</cp:lastModifiedBy>
  <cp:revision>2</cp:revision>
  <dcterms:created xsi:type="dcterms:W3CDTF">2026-09-29T22:52:58Z</dcterms:created>
  <dcterms:modified xsi:type="dcterms:W3CDTF">2026-09-29T22:55:26Z</dcterms:modified>
</cp:coreProperties>
</file>